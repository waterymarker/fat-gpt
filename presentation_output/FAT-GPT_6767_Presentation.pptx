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เปิดด้วยประโยค: วันนี้ขอเสนอเพื่อนที่ถามแล้วอาจไม่ตอบ เพราะยังไม่ได้กินข้าว</a:t>
            </a:r>
          </a:p>
          <a:p>
            <a:r>
              <a:rPr lang="th-TH"/>
              <a:t>ภาพ: ตัวละครจริงจากมินิเกม FAT-GPT ในโปรเจกต์</a:t>
            </a:r>
          </a:p>
          <a:p>
            <a:r>
              <a:rPr lang="th-TH"/>
              <a:t>แหล่งข้อมูล: fat_gpt_app.py และ README.md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FAT-GPT เป็นแอปแชทตัวละครที่ผูกการคุยกับพลังงาน มีความหิวและอารมณ์</a:t>
            </a:r>
          </a:p>
          <a:p>
            <a:r>
              <a:rPr lang="th-TH"/>
              <a:t>มุกพูด: ซื้อคอมมาเพื่อให้มันทำงาน สุดท้ายเราต้องหาอาหารให้มันก่อน</a:t>
            </a:r>
          </a:p>
          <a:p>
            <a:r>
              <a:rPr lang="th-TH"/>
              <a:t>ภาพมีมที่ผู้ใช้เพิ่ม: memes/Pasted 2026-10-11 at 3.36.32 AM.png</a:t>
            </a:r>
          </a:p>
          <a:p>
            <a:r>
              <a:rPr lang="th-TH"/>
              <a:t>แหล่งข้อมูล: fat_gpt_app.py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พลังงานเริ่มต้น 30 และคำถามที่เข้า API ใช้ 15 kcal พลังงานลดตามเวลา ต่ำกว่า 15 จะตอบประโยคหิวในเครื่องและไม่เรียก API</a:t>
            </a:r>
          </a:p>
          <a:p>
            <a:r>
              <a:rPr lang="th-TH"/>
              <a:t>ประโยคในสไลด์เป็นมุกตัวอย่าง ไม่ใช่ผลจากโมเดลที่บันทึกไว้</a:t>
            </a:r>
          </a:p>
          <a:p>
            <a:r>
              <a:rPr lang="th-TH"/>
              <a:t>ภาพมีมที่ผู้ใช้เพิ่ม: memes/Pasted 2026-10-11 at 3.42.13 AM.png</a:t>
            </a:r>
          </a:p>
          <a:p>
            <a:r>
              <a:rPr lang="th-TH"/>
              <a:t>แหล่งข้อมูล: send_message(), hunger_tick(), hunger_prompt() ใน fat_gpt_app.py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บัฟจริง: หมูกรอบ +55 kcal และอิ่มนาน กาแฟ +20 kcal ทำให้ดีด พริก +25 kcal ทำให้หัวร้อน บัฟใหม่แทนบัฟเดิมและมีระยะเวลา</a:t>
            </a:r>
          </a:p>
          <a:p>
            <a:r>
              <a:rPr lang="th-TH"/>
              <a:t>มุกพูด: ตั้งค่า personality ได้ด้วยอาหาร เมนู settings อยู่ในจาน</a:t>
            </a:r>
          </a:p>
          <a:p>
            <a:r>
              <a:rPr lang="th-TH"/>
              <a:t>ภาพ: assets/minecraft/cooked_porkchop.png, potion.png, blaze_powder.png</a:t>
            </a:r>
          </a:p>
          <a:p>
            <a:r>
              <a:rPr lang="th-TH"/>
              <a:t>Minecraft assets เป็นของ Mojang / Microsoft โปรเจกต์แฟนเกมไม่เป็นทางการ แหล่งที่มาบันทึกใน assets/minecraft/sources.json</a:t>
            </a:r>
          </a:p>
          <a:p>
            <a:r>
              <a:rPr lang="th-TH"/>
              <a:t>แหล่งข้อมูล: SNACKS ใน fat_gpt_app.py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มินิเกมครัวเทอร์โบจริง: รอบละ 30 วินาที เริ่ม 5 หัวใจ อาหารเพิ่มคะแนน แอปเปิลทอง นาฬิกา เกราะ และ TNT มีผลต่างกัน คอมโบ 10 เปิด Fever</a:t>
            </a:r>
          </a:p>
          <a:p>
            <a:r>
              <a:rPr lang="th-TH"/>
              <a:t>ภาพ: assets/minecraft/tnt_side.png และ iron_chestplate.png</a:t>
            </a:r>
          </a:p>
          <a:p>
            <a:r>
              <a:rPr lang="th-TH"/>
              <a:t>ภาพมีมที่ผู้ใช้เพิ่ม: memes/Pasted 2026-10-11 at 3.44.15 AM.png</a:t>
            </a:r>
          </a:p>
          <a:p>
            <a:r>
              <a:rPr lang="th-TH"/>
              <a:t>Minecraft assets เป็นของ Mojang / Microsoft แหล่งที่มา assets/minecraft/sources.json</a:t>
            </a:r>
          </a:p>
          <a:p>
            <a:r>
              <a:rPr lang="th-TH"/>
              <a:t>แหล่งข้อมูล: start_arcade(), hit_food() ใน fat_gpt_app.py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หยุดหนึ่งจังหวะ ให้คนดูอ่าน 67 แล้วพูด SIX SEVEN พร้อมกัน</a:t>
            </a:r>
          </a:p>
          <a:p>
            <a:r>
              <a:rPr lang="th-TH"/>
              <a:t>เอฟเฟกต์ 67 เป็นฟีเจอร์จริง ส่วนข้อความ aura เป็นมุกในพรีเซนต์ ไม่มีคะแนน aura ในแอป</a:t>
            </a:r>
          </a:p>
          <a:p>
            <a:r>
              <a:rPr lang="th-TH"/>
              <a:t>รูปมีมเด้งครั้งละ 2–3 รูป มี fade ออก และเปิดปิดได้</a:t>
            </a:r>
          </a:p>
          <a:p>
            <a:r>
              <a:rPr lang="th-TH"/>
              <a:t>ภาพมีมที่ผู้ใช้เพิ่ม: memes/Pasted 2026-10-11 at 3.37.37 AM.png</a:t>
            </a:r>
          </a:p>
          <a:p>
            <a:r>
              <a:rPr lang="th-TH"/>
              <a:t>แหล่งข้อมูล: six_seven(), choose_meme(), meme_opacity() ใน fat_gpt_app.py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ลำดับเดโมที่แนะนำ: เปิดแชท ถามคำถาม ป้อนกาแฟหรือหมูกรอบ เล่นครัวเทอร์โบ แล้วกลับมาคุย</a:t>
            </a:r>
          </a:p>
          <a:p>
            <a:r>
              <a:rPr lang="th-TH"/>
              <a:t>เสียงพูด AI ใช้ได้เฉพาะ macOS ในเวอร์ชันนี้ ถ้าบริการไม่พร้อมให้ปิดเสียง</a:t>
            </a:r>
          </a:p>
          <a:p>
            <a:r>
              <a:rPr lang="th-TH"/>
              <a:t>ภาพมีมที่ผู้ใช้เพิ่ม: memes/Pasted 2026-10-11 at 3.37.53 AM.png</a:t>
            </a:r>
          </a:p>
          <a:p>
            <a:r>
              <a:rPr lang="th-TH"/>
              <a:t>ภาพ meme ที่มีคำว่า 1.3 seconds เป็นข้อความในภาพ ไม่ใช่ค่าความเร็วของแอป</a:t>
            </a:r>
          </a:p>
          <a:p>
            <a:r>
              <a:rPr lang="th-TH"/>
              <a:t>แหล่งข้อมูล: README.md, VOICE_SETUP.md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ปิดด้วยประโยค: ฝากดาวให้โปรเจกต์ได้ แต่ฝากหมูกรอบให้เจ้าตัวก่อน</a:t>
            </a:r>
          </a:p>
          <a:p>
            <a:r>
              <a:rPr lang="th-TH"/>
              <a:t>GitHub: https://github.com/WateryMarker/fat-gpt</a:t>
            </a:r>
          </a:p>
          <a:p>
            <a:r>
              <a:rPr lang="th-TH"/>
              <a:t>ติดตั้งและรันตาม README บน macOS หรือ Windows เสียงพูด AI รองรับเฉพาะ macOS ยังไม่ได้ทดสอบเครื่อง Windows จริง</a:t>
            </a:r>
          </a:p>
          <a:p>
            <a:r>
              <a:rPr lang="th-TH"/>
              <a:t>ภาพ: assets/minecraft/golden_apple.png</a:t>
            </a:r>
          </a:p>
          <a:p>
            <a:r>
              <a:rPr lang="th-TH"/>
              <a:t>Minecraft assets เป็นของ Mojang / Microsoft แหล่งที่มา assets/minecraft/sources.json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teryMarker/fat-gp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5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1333500"/>
            <a:ext cx="67627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84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FAT-GPT</a:t>
            </a:r>
            <a:endParaRPr lang="th-TH" sz="8400"/>
          </a:p>
        </p:txBody>
      </p:sp>
      <p:sp>
        <p:nvSpPr>
          <p:cNvPr id="3" name="Text 3"/>
          <p:cNvSpPr txBox="1"/>
          <p:nvPr/>
        </p:nvSpPr>
        <p:spPr>
          <a:xfrm>
            <a:off x="742950" y="2705100"/>
            <a:ext cx="64770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435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กินก่อน ค่อยคุย</a:t>
            </a:r>
            <a:endParaRPr lang="th-TH" sz="4350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3810000"/>
            <a:ext cx="6191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250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อ้วนสายกินในร่าง</a:t>
            </a:r>
            <a:r>
              <a:rPr lang="en-US" sz="225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Chat</a:t>
            </a:r>
            <a:endParaRPr lang="th-TH" sz="2250" dirty="0"/>
          </a:p>
        </p:txBody>
      </p:sp>
      <p:sp>
        <p:nvSpPr>
          <p:cNvPr id="5" name="Text 5"/>
          <p:cNvSpPr txBox="1"/>
          <p:nvPr/>
        </p:nvSpPr>
        <p:spPr>
          <a:xfrm>
            <a:off x="742950" y="5381625"/>
            <a:ext cx="59055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700" b="1" dirty="0">
                <a:solidFill>
                  <a:srgbClr val="BDF9FF"/>
                </a:solidFill>
                <a:latin typeface="Tahoma"/>
                <a:ea typeface="Tahoma"/>
                <a:cs typeface="Tahoma"/>
              </a:rPr>
              <a:t>CHAOS</a:t>
            </a:r>
            <a:r>
              <a:rPr lang="th-TH" sz="2700" b="1" dirty="0">
                <a:solidFill>
                  <a:srgbClr val="BDF9FF"/>
                </a:solidFill>
                <a:latin typeface="Tahoma"/>
                <a:ea typeface="Tahoma"/>
                <a:cs typeface="Tahoma"/>
              </a:rPr>
              <a:t> EDITION</a:t>
            </a:r>
            <a:endParaRPr lang="th-TH" sz="2700" dirty="0"/>
          </a:p>
        </p:txBody>
      </p:sp>
      <p:pic>
        <p:nvPicPr>
          <p:cNvPr id="6" name="pixel_avatar.png" descr="pixel_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026820"/>
            <a:ext cx="3714750" cy="31282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619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40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AI ตัวนี้มีเงื่อนไข</a:t>
            </a:r>
            <a:endParaRPr lang="th-TH" sz="4050"/>
          </a:p>
        </p:txBody>
      </p:sp>
      <p:sp>
        <p:nvSpPr>
          <p:cNvPr id="3" name="Text 3"/>
          <p:cNvSpPr txBox="1"/>
          <p:nvPr/>
        </p:nvSpPr>
        <p:spPr>
          <a:xfrm>
            <a:off x="685800" y="2019300"/>
            <a:ext cx="55245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36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คุณ: ช่วยตอบหน่อย</a:t>
            </a:r>
            <a:endParaRPr lang="th-TH" sz="3600"/>
          </a:p>
          <a:p>
            <a:pPr algn="l"/>
            <a:r>
              <a:rPr lang="th-TH" sz="36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มัน: มีข้าวยัง</a:t>
            </a:r>
            <a:endParaRPr lang="th-TH" sz="3600"/>
          </a:p>
        </p:txBody>
      </p:sp>
      <p:sp>
        <p:nvSpPr>
          <p:cNvPr id="4" name="Text 4"/>
          <p:cNvSpPr txBox="1"/>
          <p:nvPr/>
        </p:nvSpPr>
        <p:spPr>
          <a:xfrm>
            <a:off x="704850" y="4714875"/>
            <a:ext cx="5572125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17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เปิดแอปมาเจอเพื่อนสายกิน</a:t>
            </a:r>
            <a:endParaRPr lang="th-TH" sz="2175" dirty="0"/>
          </a:p>
          <a:p>
            <a:pPr algn="l"/>
            <a:r>
              <a:rPr lang="th-TH" sz="217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หลอดพลังงานมีผลกับการคุย</a:t>
            </a:r>
            <a:endParaRPr lang="th-TH" sz="2175" dirty="0"/>
          </a:p>
        </p:txBody>
      </p:sp>
      <p:pic>
        <p:nvPicPr>
          <p:cNvPr id="5" name="Pasted 2026-10-11 at 3.36.32 AM.png" descr="Pasted 2026-10-11 at 3.36.32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327672"/>
            <a:ext cx="4762500" cy="267890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6286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4050" b="1" dirty="0">
                <a:solidFill>
                  <a:srgbClr val="003399"/>
                </a:solidFill>
                <a:latin typeface="Tahoma"/>
                <a:ea typeface="Tahoma"/>
                <a:cs typeface="Tahoma"/>
              </a:rPr>
              <a:t>15 kcal ต่อคำถาม</a:t>
            </a:r>
            <a:endParaRPr lang="th-TH" sz="4050"/>
          </a:p>
        </p:txBody>
      </p:sp>
      <p:sp>
        <p:nvSpPr>
          <p:cNvPr id="3" name="Text 3"/>
          <p:cNvSpPr txBox="1"/>
          <p:nvPr/>
        </p:nvSpPr>
        <p:spPr>
          <a:xfrm>
            <a:off x="685800" y="2000250"/>
            <a:ext cx="6191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3200" b="1" dirty="0">
                <a:solidFill>
                  <a:srgbClr val="C0392B"/>
                </a:solidFill>
                <a:latin typeface="Tahoma"/>
                <a:ea typeface="Tahoma"/>
                <a:cs typeface="Tahoma"/>
              </a:rPr>
              <a:t>หลอดหมด = งอแง</a:t>
            </a:r>
            <a:r>
              <a:rPr lang="en-US" sz="3200" b="1" dirty="0">
                <a:solidFill>
                  <a:srgbClr val="C0392B"/>
                </a:solidFill>
                <a:latin typeface="Tahoma"/>
                <a:ea typeface="Tahoma"/>
                <a:cs typeface="Tahoma"/>
              </a:rPr>
              <a:t>(</a:t>
            </a:r>
            <a:r>
              <a:rPr lang="th-TH" sz="3200" b="1" dirty="0">
                <a:solidFill>
                  <a:srgbClr val="C0392B"/>
                </a:solidFill>
                <a:latin typeface="Tahoma"/>
                <a:ea typeface="Tahoma"/>
                <a:cs typeface="Tahoma"/>
              </a:rPr>
              <a:t>ขอข้าวกิน</a:t>
            </a:r>
            <a:r>
              <a:rPr lang="en-US" sz="3200" b="1" dirty="0">
                <a:solidFill>
                  <a:srgbClr val="C0392B"/>
                </a:solidFill>
                <a:latin typeface="Tahoma"/>
                <a:ea typeface="Tahoma"/>
                <a:cs typeface="Tahoma"/>
              </a:rPr>
              <a:t>)</a:t>
            </a:r>
            <a:endParaRPr lang="th-TH" sz="3200" dirty="0"/>
          </a:p>
        </p:txBody>
      </p:sp>
      <p:sp>
        <p:nvSpPr>
          <p:cNvPr id="4" name="Text 4"/>
          <p:cNvSpPr txBox="1"/>
          <p:nvPr/>
        </p:nvSpPr>
        <p:spPr>
          <a:xfrm>
            <a:off x="714375" y="3333750"/>
            <a:ext cx="590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325" b="0" dirty="0">
                <a:solidFill>
                  <a:srgbClr val="26334D"/>
                </a:solidFill>
                <a:latin typeface="Tahoma"/>
                <a:ea typeface="Tahoma"/>
                <a:cs typeface="Tahoma"/>
              </a:rPr>
              <a:t>พลังงานลดเองตามเวลา</a:t>
            </a:r>
            <a:endParaRPr lang="th-TH" sz="2325"/>
          </a:p>
          <a:p>
            <a:pPr algn="l"/>
            <a:r>
              <a:rPr lang="th-TH" sz="2325" b="0" dirty="0">
                <a:solidFill>
                  <a:srgbClr val="26334D"/>
                </a:solidFill>
                <a:latin typeface="Tahoma"/>
                <a:ea typeface="Tahoma"/>
                <a:cs typeface="Tahoma"/>
              </a:rPr>
              <a:t>ต่ำกว่า 15 ต้องป้อนก่อนคุยต่อ</a:t>
            </a:r>
            <a:endParaRPr lang="th-TH" sz="2325"/>
          </a:p>
        </p:txBody>
      </p:sp>
      <p:sp>
        <p:nvSpPr>
          <p:cNvPr id="5" name="Text 5"/>
          <p:cNvSpPr txBox="1"/>
          <p:nvPr/>
        </p:nvSpPr>
        <p:spPr>
          <a:xfrm>
            <a:off x="714375" y="5248275"/>
            <a:ext cx="609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400" b="1" dirty="0">
                <a:solidFill>
                  <a:srgbClr val="003399"/>
                </a:solidFill>
                <a:latin typeface="Tahoma"/>
                <a:ea typeface="Tahoma"/>
                <a:cs typeface="Tahoma"/>
              </a:rPr>
              <a:t>“สมองพัก แต่กระเพาะออนไลน์”</a:t>
            </a:r>
            <a:endParaRPr lang="th-TH" sz="2400"/>
          </a:p>
        </p:txBody>
      </p:sp>
      <p:pic>
        <p:nvPicPr>
          <p:cNvPr id="6" name="Pasted 2026-10-11 at 3.42.13 AM.png" descr="Pasted 2026-10-11 at 3.42.1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60212"/>
            <a:ext cx="3952875" cy="3851951"/>
          </a:xfrm>
          <a:prstGeom prst="rect">
            <a:avLst/>
          </a:prstGeom>
        </p:spPr>
      </p:pic>
      <p:pic>
        <p:nvPicPr>
          <p:cNvPr id="7" name="Picture 6" descr="Item preview, Homeless Beggar Emoji designed and sold by Dlorelegend27.">
            <a:extLst>
              <a:ext uri="{FF2B5EF4-FFF2-40B4-BE49-F238E27FC236}">
                <a16:creationId xmlns:a16="http://schemas.microsoft.com/office/drawing/2014/main" id="{D16F0B32-0EB7-4B31-7669-DBFA16A9BD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36115" y="2221565"/>
            <a:ext cx="1683685" cy="1683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B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90550"/>
            <a:ext cx="107632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39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เมนูวันนี้ เปลี่ยนนิสัยได้</a:t>
            </a:r>
            <a:endParaRPr lang="th-TH" sz="3900"/>
          </a:p>
        </p:txBody>
      </p:sp>
      <p:pic>
        <p:nvPicPr>
          <p:cNvPr id="3" name="cooked_porkchop.png" descr="cooked_porkc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009775"/>
            <a:ext cx="1619250" cy="161925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685800" y="4095750"/>
            <a:ext cx="3619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7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หมูกรอบ +55</a:t>
            </a:r>
            <a:endParaRPr lang="th-TH" sz="2700"/>
          </a:p>
        </p:txBody>
      </p:sp>
      <p:sp>
        <p:nvSpPr>
          <p:cNvPr id="5" name="Text 5"/>
          <p:cNvSpPr txBox="1"/>
          <p:nvPr/>
        </p:nvSpPr>
        <p:spPr>
          <a:xfrm>
            <a:off x="685800" y="4933950"/>
            <a:ext cx="3619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0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อิ่มนาน ชีวิตสงบ</a:t>
            </a:r>
            <a:endParaRPr lang="th-TH" sz="2025"/>
          </a:p>
        </p:txBody>
      </p:sp>
      <p:pic>
        <p:nvPicPr>
          <p:cNvPr id="6" name="potion.png" descr="p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25" y="2009775"/>
            <a:ext cx="1619250" cy="161925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4591050" y="4095750"/>
            <a:ext cx="3619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7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กาแฟ +20</a:t>
            </a:r>
            <a:endParaRPr lang="th-TH" sz="2700"/>
          </a:p>
        </p:txBody>
      </p:sp>
      <p:sp>
        <p:nvSpPr>
          <p:cNvPr id="8" name="Text 8"/>
          <p:cNvSpPr txBox="1"/>
          <p:nvPr/>
        </p:nvSpPr>
        <p:spPr>
          <a:xfrm>
            <a:off x="4591050" y="4933950"/>
            <a:ext cx="3619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0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ดีดจนแทบตอบก่อนถาม</a:t>
            </a:r>
            <a:endParaRPr lang="th-TH" sz="2025"/>
          </a:p>
        </p:txBody>
      </p:sp>
      <p:pic>
        <p:nvPicPr>
          <p:cNvPr id="9" name="blaze_powder.png" descr="blaze_pow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2009775"/>
            <a:ext cx="1619250" cy="1619250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8496300" y="4095750"/>
            <a:ext cx="3619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7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พริก +25</a:t>
            </a:r>
            <a:endParaRPr lang="th-TH" sz="2700"/>
          </a:p>
        </p:txBody>
      </p:sp>
      <p:sp>
        <p:nvSpPr>
          <p:cNvPr id="11" name="Text 11"/>
          <p:cNvSpPr txBox="1"/>
          <p:nvPr/>
        </p:nvSpPr>
        <p:spPr>
          <a:xfrm>
            <a:off x="8496300" y="4933950"/>
            <a:ext cx="3619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0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หัวร้อน แต่ยังต้องตอบ</a:t>
            </a:r>
            <a:endParaRPr lang="th-TH" sz="2025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668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39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ครัวเทอร์โบ 30 วินาที</a:t>
            </a:r>
            <a:endParaRPr lang="th-TH" sz="3900"/>
          </a:p>
        </p:txBody>
      </p:sp>
      <p:sp>
        <p:nvSpPr>
          <p:cNvPr id="3" name="Text 3"/>
          <p:cNvSpPr txBox="1"/>
          <p:nvPr/>
        </p:nvSpPr>
        <p:spPr>
          <a:xfrm>
            <a:off x="685800" y="1924050"/>
            <a:ext cx="6096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3375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คลิกอาหารให้ทัน</a:t>
            </a:r>
            <a:endParaRPr lang="th-TH" sz="3375"/>
          </a:p>
          <a:p>
            <a:pPr algn="l"/>
            <a:r>
              <a:rPr lang="th-TH" sz="3375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ก่อนมันวิ่งหนี</a:t>
            </a:r>
            <a:endParaRPr lang="th-TH" sz="3375"/>
          </a:p>
        </p:txBody>
      </p:sp>
      <p:sp>
        <p:nvSpPr>
          <p:cNvPr id="4" name="Text 4"/>
          <p:cNvSpPr txBox="1"/>
          <p:nvPr/>
        </p:nvSpPr>
        <p:spPr>
          <a:xfrm>
            <a:off x="723900" y="3857625"/>
            <a:ext cx="5905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3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เริ่ม 5 หัวใจ</a:t>
            </a:r>
            <a:endParaRPr lang="th-TH" sz="2325"/>
          </a:p>
          <a:p>
            <a:pPr algn="l"/>
            <a:r>
              <a:rPr lang="th-TH" sz="23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คอมโบ 10 เปิด Fever</a:t>
            </a:r>
            <a:endParaRPr lang="th-TH" sz="2325"/>
          </a:p>
          <a:p>
            <a:pPr algn="l"/>
            <a:r>
              <a:rPr lang="th-TH" sz="23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เกราะกัน TNT ได้</a:t>
            </a:r>
            <a:endParaRPr lang="th-TH" sz="2325"/>
          </a:p>
        </p:txBody>
      </p:sp>
      <p:pic>
        <p:nvPicPr>
          <p:cNvPr id="5" name="tnt_side.png" descr="tnt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650" y="1981200"/>
            <a:ext cx="2333625" cy="2333625"/>
          </a:xfrm>
          <a:prstGeom prst="rect">
            <a:avLst/>
          </a:prstGeom>
        </p:spPr>
      </p:pic>
      <p:pic>
        <p:nvPicPr>
          <p:cNvPr id="6" name="Pasted 2026-10-11 at 3.44.15 AM.png" descr="Pasted 2026-10-11 at 3.44.15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4219575"/>
            <a:ext cx="1428750" cy="142875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200900" y="5648325"/>
            <a:ext cx="44767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025" b="1" dirty="0">
                <a:solidFill>
                  <a:srgbClr val="FF8798"/>
                </a:solidFill>
                <a:latin typeface="Tahoma"/>
                <a:ea typeface="Tahoma"/>
                <a:cs typeface="Tahoma"/>
              </a:rPr>
              <a:t>อันนี้กดแล้วระเบิด</a:t>
            </a:r>
            <a:endParaRPr lang="th-TH" sz="2025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5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52500"/>
            <a:ext cx="6762750" cy="295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025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67</a:t>
            </a:r>
            <a:endParaRPr lang="th-TH" sz="20250"/>
          </a:p>
        </p:txBody>
      </p:sp>
      <p:sp>
        <p:nvSpPr>
          <p:cNvPr id="3" name="Text 3"/>
          <p:cNvSpPr txBox="1"/>
          <p:nvPr/>
        </p:nvSpPr>
        <p:spPr>
          <a:xfrm>
            <a:off x="733425" y="4191000"/>
            <a:ext cx="73342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48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SIX SEVEN</a:t>
            </a:r>
            <a:endParaRPr lang="th-TH" sz="4875"/>
          </a:p>
        </p:txBody>
      </p:sp>
      <p:sp>
        <p:nvSpPr>
          <p:cNvPr id="4" name="Text 4"/>
          <p:cNvSpPr txBox="1"/>
          <p:nvPr/>
        </p:nvSpPr>
        <p:spPr>
          <a:xfrm>
            <a:off x="742950" y="5514975"/>
            <a:ext cx="6762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475" b="1" dirty="0">
                <a:solidFill>
                  <a:srgbClr val="BDF9FF"/>
                </a:solidFill>
                <a:latin typeface="Tahoma"/>
                <a:ea typeface="Tahoma"/>
                <a:cs typeface="Tahoma"/>
              </a:rPr>
              <a:t>สมาธิหาย แต่ aura มา</a:t>
            </a:r>
            <a:endParaRPr lang="th-TH" sz="2475" dirty="0"/>
          </a:p>
        </p:txBody>
      </p:sp>
      <p:pic>
        <p:nvPicPr>
          <p:cNvPr id="5" name="Pasted 2026-10-11 at 3.37.37 AM.png" descr="Pasted 2026-10-11 at 3.37.37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1756626"/>
            <a:ext cx="3476625" cy="3106623"/>
          </a:xfrm>
          <a:prstGeom prst="rect">
            <a:avLst/>
          </a:prstGeom>
        </p:spPr>
      </p:pic>
      <p:pic>
        <p:nvPicPr>
          <p:cNvPr id="6" name="Picture 5" descr="Comment Image">
            <a:extLst>
              <a:ext uri="{FF2B5EF4-FFF2-40B4-BE49-F238E27FC236}">
                <a16:creationId xmlns:a16="http://schemas.microsoft.com/office/drawing/2014/main" id="{79E7BACF-AB00-8E2B-DFE7-85A3E894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566" y="3227295"/>
            <a:ext cx="2091522" cy="2091522"/>
          </a:xfrm>
          <a:prstGeom prst="rect">
            <a:avLst/>
          </a:prstGeom>
        </p:spPr>
      </p:pic>
      <p:sp>
        <p:nvSpPr>
          <p:cNvPr id="8" name="Bent-Up Arrow 7">
            <a:extLst>
              <a:ext uri="{FF2B5EF4-FFF2-40B4-BE49-F238E27FC236}">
                <a16:creationId xmlns:a16="http://schemas.microsoft.com/office/drawing/2014/main" id="{BD97DFC8-683C-0496-4D76-5B77995CCC65}"/>
              </a:ext>
            </a:extLst>
          </p:cNvPr>
          <p:cNvSpPr/>
          <p:nvPr/>
        </p:nvSpPr>
        <p:spPr>
          <a:xfrm rot="13891185">
            <a:off x="3840618" y="2093633"/>
            <a:ext cx="1695450" cy="1098260"/>
          </a:xfrm>
          <a:prstGeom prst="bent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90550"/>
            <a:ext cx="10763250" cy="790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3900" b="1" dirty="0">
                <a:solidFill>
                  <a:srgbClr val="003399"/>
                </a:solidFill>
                <a:latin typeface="Tahoma"/>
                <a:ea typeface="Tahoma"/>
                <a:cs typeface="Tahoma"/>
              </a:rPr>
              <a:t>เดโมตอนนี้ ร้านเปิดแล้ว</a:t>
            </a:r>
            <a:endParaRPr lang="th-TH" sz="3900"/>
          </a:p>
        </p:txBody>
      </p:sp>
      <p:sp>
        <p:nvSpPr>
          <p:cNvPr id="3" name="Text 3"/>
          <p:cNvSpPr txBox="1"/>
          <p:nvPr/>
        </p:nvSpPr>
        <p:spPr>
          <a:xfrm>
            <a:off x="723900" y="2171700"/>
            <a:ext cx="5905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400" b="0" dirty="0">
                <a:solidFill>
                  <a:srgbClr val="26334D"/>
                </a:solidFill>
                <a:latin typeface="Tahoma"/>
                <a:ea typeface="Tahoma"/>
                <a:cs typeface="Tahoma"/>
              </a:rPr>
              <a:t>1  ถามตอนเริ่มหิว</a:t>
            </a:r>
            <a:endParaRPr lang="th-TH" sz="2400" dirty="0"/>
          </a:p>
          <a:p>
            <a:pPr algn="l"/>
            <a:r>
              <a:rPr lang="th-TH" sz="2400" b="0" dirty="0">
                <a:solidFill>
                  <a:srgbClr val="26334D"/>
                </a:solidFill>
                <a:latin typeface="Tahoma"/>
                <a:ea typeface="Tahoma"/>
                <a:cs typeface="Tahoma"/>
              </a:rPr>
              <a:t>2  ป้อนกาแฟให้มันดีด</a:t>
            </a:r>
            <a:endParaRPr lang="th-TH" sz="2400" dirty="0"/>
          </a:p>
          <a:p>
            <a:pPr algn="l"/>
            <a:r>
              <a:rPr lang="th-TH" sz="2400" b="0" dirty="0">
                <a:solidFill>
                  <a:srgbClr val="26334D"/>
                </a:solidFill>
                <a:latin typeface="Tahoma"/>
                <a:ea typeface="Tahoma"/>
                <a:cs typeface="Tahoma"/>
              </a:rPr>
              <a:t>3  เล่นครัวเทอร์โบ</a:t>
            </a:r>
            <a:endParaRPr lang="th-TH" sz="2400" dirty="0"/>
          </a:p>
          <a:p>
            <a:pPr algn="l"/>
            <a:r>
              <a:rPr lang="th-TH" sz="2400" b="0" dirty="0">
                <a:solidFill>
                  <a:srgbClr val="26334D"/>
                </a:solidFill>
                <a:latin typeface="Tahoma"/>
                <a:ea typeface="Tahoma"/>
                <a:cs typeface="Tahoma"/>
              </a:rPr>
              <a:t>4  กลับมาคุยกับมัน</a:t>
            </a:r>
            <a:endParaRPr lang="th-TH" sz="2400" dirty="0"/>
          </a:p>
        </p:txBody>
      </p:sp>
      <p:sp>
        <p:nvSpPr>
          <p:cNvPr id="4" name="Text 4"/>
          <p:cNvSpPr txBox="1"/>
          <p:nvPr/>
        </p:nvSpPr>
        <p:spPr>
          <a:xfrm>
            <a:off x="723900" y="5524500"/>
            <a:ext cx="6667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100" b="1" dirty="0">
                <a:solidFill>
                  <a:srgbClr val="C0392B"/>
                </a:solidFill>
                <a:latin typeface="Tahoma"/>
                <a:ea typeface="Tahoma"/>
                <a:cs typeface="Tahoma"/>
              </a:rPr>
              <a:t>ถ้าเดโมเงียบ... มันอาจหิวจริง</a:t>
            </a:r>
            <a:endParaRPr lang="th-TH" sz="2100" dirty="0"/>
          </a:p>
        </p:txBody>
      </p:sp>
      <p:pic>
        <p:nvPicPr>
          <p:cNvPr id="5" name="Pasted 2026-10-11 at 3.37.53 AM.png" descr="Pasted 2026-10-11 at 3.37.5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2083985"/>
            <a:ext cx="4305300" cy="30234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1143000"/>
            <a:ext cx="104775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51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FAT-GPT พร้อมกิน</a:t>
            </a:r>
            <a:endParaRPr lang="th-TH" sz="5100"/>
          </a:p>
        </p:txBody>
      </p:sp>
      <p:sp>
        <p:nvSpPr>
          <p:cNvPr id="3" name="Text 3"/>
          <p:cNvSpPr txBox="1"/>
          <p:nvPr/>
        </p:nvSpPr>
        <p:spPr>
          <a:xfrm>
            <a:off x="714375" y="2638425"/>
            <a:ext cx="7239000" cy="1733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45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ดาวให้ </a:t>
            </a:r>
            <a:r>
              <a:rPr lang="th-TH" sz="4500" b="1" dirty="0" err="1">
                <a:solidFill>
                  <a:srgbClr val="FFE76B"/>
                </a:solidFill>
                <a:latin typeface="Tahoma"/>
                <a:ea typeface="Tahoma"/>
                <a:cs typeface="Tahoma"/>
              </a:rPr>
              <a:t>repo</a:t>
            </a:r>
            <a:r>
              <a:rPr lang="en-US" sz="45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 = </a:t>
            </a:r>
            <a:endParaRPr lang="th-TH" sz="4500" dirty="0"/>
          </a:p>
          <a:p>
            <a:pPr algn="l"/>
            <a:r>
              <a:rPr lang="th-TH" sz="4500" b="1" dirty="0">
                <a:solidFill>
                  <a:srgbClr val="FFE76B"/>
                </a:solidFill>
                <a:latin typeface="Tahoma"/>
                <a:ea typeface="Tahoma"/>
                <a:cs typeface="Tahoma"/>
              </a:rPr>
              <a:t>หมูกรอบให้มัน</a:t>
            </a:r>
            <a:endParaRPr lang="th-TH" sz="4500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5191125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th-TH" sz="2475" b="0" dirty="0">
                <a:solidFill>
                  <a:srgbClr val="BDF9FF"/>
                </a:solidFill>
                <a:latin typeface="Tahoma"/>
                <a:ea typeface="Tahoma"/>
                <a:cs typeface="Tahoma"/>
                <a:hlinkClick r:id="rId3"/>
              </a:rPr>
              <a:t>github.com/WateryMarker/fat-gpt</a:t>
            </a:r>
            <a:endParaRPr lang="th-TH" sz="2475"/>
          </a:p>
        </p:txBody>
      </p:sp>
      <p:pic>
        <p:nvPicPr>
          <p:cNvPr id="6" name="golden_apple.png" descr="golden_ap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2714625"/>
            <a:ext cx="2047875" cy="20478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T GPT XP">
  <a:themeElements>
    <a:clrScheme name="XP">
      <a:dk1>
        <a:srgbClr val="000000"/>
      </a:dk1>
      <a:lt1>
        <a:srgbClr val="FFFFFF"/>
      </a:lt1>
      <a:dk2>
        <a:srgbClr val="121B32"/>
      </a:dk2>
      <a:lt2>
        <a:srgbClr val="ECE9D8"/>
      </a:lt2>
      <a:accent1>
        <a:srgbClr val="245EDB"/>
      </a:accent1>
      <a:accent2>
        <a:srgbClr val="FFE76B"/>
      </a:accent2>
      <a:accent3>
        <a:srgbClr val="BDF9FF"/>
      </a:accent3>
      <a:accent4>
        <a:srgbClr val="C0392B"/>
      </a:accent4>
      <a:accent5>
        <a:srgbClr val="43B536"/>
      </a:accent5>
      <a:accent6>
        <a:srgbClr val="FF8798"/>
      </a:accent6>
      <a:hlink>
        <a:srgbClr val="57A2FF"/>
      </a:hlink>
      <a:folHlink>
        <a:srgbClr val="AE77FF"/>
      </a:folHlink>
    </a:clrScheme>
    <a:fontScheme name="Tahoma">
      <a:majorFont>
        <a:latin typeface="Tahoma"/>
        <a:ea typeface="Tahoma"/>
        <a:cs typeface="Tahoma"/>
      </a:majorFont>
      <a:minorFont>
        <a:latin typeface="Tahoma"/>
        <a:ea typeface="Tahoma"/>
        <a:cs typeface="Tahoma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817</Words>
  <Application>Microsoft Macintosh PowerPoint</Application>
  <PresentationFormat>Widescreen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Tahoma</vt:lpstr>
      <vt:lpstr>FAT GPT XP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chawakorn wapakpet</cp:lastModifiedBy>
  <cp:revision>2</cp:revision>
  <dcterms:modified xsi:type="dcterms:W3CDTF">2026-10-11T02:38:52Z</dcterms:modified>
</cp:coreProperties>
</file>